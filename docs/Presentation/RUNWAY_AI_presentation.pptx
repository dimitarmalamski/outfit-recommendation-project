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8" r:id="rId4"/>
    <p:sldId id="273" r:id="rId5"/>
    <p:sldId id="269" r:id="rId6"/>
    <p:sldId id="270" r:id="rId7"/>
    <p:sldId id="272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;p2"/>
          <p:cNvSpPr/>
          <p:nvPr/>
        </p:nvSpPr>
        <p:spPr>
          <a:xfrm rot="10800000" flipH="1">
            <a:off x="118440" y="119520"/>
            <a:ext cx="8907840" cy="473148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3160" y="1066680"/>
            <a:ext cx="5407560" cy="166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8;p14"/>
          <p:cNvSpPr/>
          <p:nvPr/>
        </p:nvSpPr>
        <p:spPr>
          <a:xfrm rot="10800000" flipH="1">
            <a:off x="118440" y="119520"/>
            <a:ext cx="8907840" cy="473148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3160" y="448200"/>
            <a:ext cx="368100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09520" y="445680"/>
            <a:ext cx="3720960" cy="4251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3;p15"/>
          <p:cNvSpPr/>
          <p:nvPr/>
        </p:nvSpPr>
        <p:spPr>
          <a:xfrm rot="10800000" flipH="1">
            <a:off x="118440" y="119520"/>
            <a:ext cx="8907840" cy="473148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13160" y="794520"/>
            <a:ext cx="771732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488760" y="2398680"/>
            <a:ext cx="494172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4;p21"/>
          <p:cNvSpPr/>
          <p:nvPr/>
        </p:nvSpPr>
        <p:spPr>
          <a:xfrm rot="10800000" flipH="1">
            <a:off x="118440" y="119520"/>
            <a:ext cx="8907840" cy="4731480"/>
          </a:xfrm>
          <a:prstGeom prst="roundRect">
            <a:avLst>
              <a:gd name="adj" fmla="val 1779"/>
            </a:avLst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447800" cy="95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Google Shape;117;p21"/>
          <p:cNvSpPr/>
          <p:nvPr/>
        </p:nvSpPr>
        <p:spPr>
          <a:xfrm>
            <a:off x="713160" y="3164400"/>
            <a:ext cx="3098520" cy="6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CREDITS: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 This presentation template was created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3"/>
              </a:rPr>
              <a:t>Freepik</a:t>
            </a:r>
            <a:r>
              <a:rPr lang="en" sz="1000" b="0" u="sng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8;p4"/>
          <p:cNvSpPr/>
          <p:nvPr/>
        </p:nvSpPr>
        <p:spPr>
          <a:xfrm rot="10800000" flipH="1">
            <a:off x="118440" y="119520"/>
            <a:ext cx="8907840" cy="4731480"/>
          </a:xfrm>
          <a:prstGeom prst="roundRect">
            <a:avLst>
              <a:gd name="adj" fmla="val 1779"/>
            </a:avLst>
          </a:pr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720000" y="1210320"/>
            <a:ext cx="7703640" cy="36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2308583" y="2027379"/>
            <a:ext cx="4526833" cy="969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6000" i="1" u="none" strike="noStrike" dirty="0">
                <a:solidFill>
                  <a:srgbClr val="C00000"/>
                </a:solidFill>
                <a:effectLst/>
                <a:uFillTx/>
                <a:latin typeface="Calisto MT" panose="02040603050505030304" pitchFamily="18" charset="0"/>
              </a:rPr>
              <a:t>RUNWAY</a:t>
            </a:r>
            <a:r>
              <a:rPr lang="en-US" sz="6000" i="1" u="none" strike="noStrike" dirty="0">
                <a:solidFill>
                  <a:srgbClr val="EFEEE7"/>
                </a:solidFill>
                <a:effectLst/>
                <a:uFillTx/>
                <a:latin typeface="Calisto MT" panose="02040603050505030304" pitchFamily="18" charset="0"/>
              </a:rPr>
              <a:t> AI</a:t>
            </a:r>
            <a:endParaRPr lang="en-US" sz="6000" i="1" u="none" strike="noStrike" dirty="0">
              <a:solidFill>
                <a:srgbClr val="0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0494" y="4268069"/>
            <a:ext cx="6352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i="1" u="none" strike="noStrike" dirty="0">
                <a:solidFill>
                  <a:srgbClr val="EFEEE7"/>
                </a:solidFill>
                <a:effectLst/>
                <a:uFillTx/>
                <a:latin typeface="Calisto MT" panose="02040603050505030304" pitchFamily="18" charset="0"/>
              </a:rPr>
              <a:t>Developed By: Dimitar Malamski</a:t>
            </a:r>
            <a:endParaRPr lang="en-US" sz="1600" b="0" i="1" u="none" strike="noStrike" dirty="0">
              <a:solidFill>
                <a:srgbClr val="0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2892162" y="2114730"/>
            <a:ext cx="3359676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i="1" dirty="0">
                <a:solidFill>
                  <a:srgbClr val="000000"/>
                </a:solidFill>
                <a:latin typeface="Calisto MT" panose="02040603050505030304" pitchFamily="18" charset="0"/>
              </a:rPr>
              <a:t>The </a:t>
            </a:r>
            <a:r>
              <a:rPr lang="en-US" sz="5000" i="1" dirty="0">
                <a:solidFill>
                  <a:srgbClr val="C00000"/>
                </a:solidFill>
                <a:latin typeface="Calisto MT" panose="02040603050505030304" pitchFamily="18" charset="0"/>
              </a:rPr>
              <a:t>Problem</a:t>
            </a:r>
            <a:endParaRPr lang="en-US" sz="5000" b="0" i="1" u="none" strike="noStrike" dirty="0">
              <a:solidFill>
                <a:srgbClr val="C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57160" y="333360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EF01C-602D-2734-AFFD-13B0FACA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C0B93FD-133A-97E0-79F3-B6CCCD62F616}"/>
              </a:ext>
            </a:extLst>
          </p:cNvPr>
          <p:cNvSpPr/>
          <p:nvPr/>
        </p:nvSpPr>
        <p:spPr>
          <a:xfrm>
            <a:off x="2843840" y="2114730"/>
            <a:ext cx="34563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i="1" dirty="0">
                <a:solidFill>
                  <a:srgbClr val="000000"/>
                </a:solidFill>
                <a:latin typeface="Calisto MT" panose="02040603050505030304" pitchFamily="18" charset="0"/>
              </a:rPr>
              <a:t>The </a:t>
            </a:r>
            <a:r>
              <a:rPr lang="en-US" sz="5000" i="1" dirty="0">
                <a:solidFill>
                  <a:srgbClr val="C00000"/>
                </a:solidFill>
                <a:latin typeface="Calisto MT" panose="02040603050505030304" pitchFamily="18" charset="0"/>
              </a:rPr>
              <a:t>Solution</a:t>
            </a:r>
            <a:endParaRPr lang="en-US" sz="5000" b="0" i="1" u="none" strike="noStrike" dirty="0">
              <a:solidFill>
                <a:srgbClr val="C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D3579D-876F-F552-5782-19A8FD557996}"/>
              </a:ext>
            </a:extLst>
          </p:cNvPr>
          <p:cNvSpPr/>
          <p:nvPr/>
        </p:nvSpPr>
        <p:spPr>
          <a:xfrm>
            <a:off x="857160" y="333360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021009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8B8B6-FF0B-5F6B-4567-E95B26205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700180-052E-C8F8-5D26-2677143FCEE6}"/>
              </a:ext>
            </a:extLst>
          </p:cNvPr>
          <p:cNvSpPr/>
          <p:nvPr/>
        </p:nvSpPr>
        <p:spPr>
          <a:xfrm>
            <a:off x="3140961" y="2114730"/>
            <a:ext cx="2862077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i="1" dirty="0">
                <a:solidFill>
                  <a:srgbClr val="000000"/>
                </a:solidFill>
                <a:latin typeface="Calisto MT" panose="02040603050505030304" pitchFamily="18" charset="0"/>
              </a:rPr>
              <a:t>The </a:t>
            </a:r>
            <a:r>
              <a:rPr lang="en-US" sz="5000" i="1" dirty="0">
                <a:solidFill>
                  <a:srgbClr val="C00000"/>
                </a:solidFill>
                <a:latin typeface="Calisto MT" panose="02040603050505030304" pitchFamily="18" charset="0"/>
              </a:rPr>
              <a:t>Process</a:t>
            </a:r>
            <a:endParaRPr lang="en-US" sz="5000" b="0" i="1" u="none" strike="noStrike" dirty="0">
              <a:solidFill>
                <a:srgbClr val="C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E59DDA-3E0E-215B-83DE-789C0A7B12E3}"/>
              </a:ext>
            </a:extLst>
          </p:cNvPr>
          <p:cNvSpPr/>
          <p:nvPr/>
        </p:nvSpPr>
        <p:spPr>
          <a:xfrm>
            <a:off x="857160" y="333360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622220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552E4-36F9-8000-3CC8-381AA1F2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9E801B1-A057-1BA5-15C2-9F6C6E31D8FD}"/>
              </a:ext>
            </a:extLst>
          </p:cNvPr>
          <p:cNvSpPr/>
          <p:nvPr/>
        </p:nvSpPr>
        <p:spPr>
          <a:xfrm>
            <a:off x="3092744" y="2114730"/>
            <a:ext cx="2958511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i="1" dirty="0">
                <a:solidFill>
                  <a:srgbClr val="000000"/>
                </a:solidFill>
                <a:latin typeface="Calisto MT" panose="02040603050505030304" pitchFamily="18" charset="0"/>
              </a:rPr>
              <a:t>The </a:t>
            </a:r>
            <a:r>
              <a:rPr lang="en-US" sz="5000" i="1" dirty="0">
                <a:solidFill>
                  <a:srgbClr val="C00000"/>
                </a:solidFill>
                <a:latin typeface="Calisto MT" panose="02040603050505030304" pitchFamily="18" charset="0"/>
              </a:rPr>
              <a:t>Future</a:t>
            </a:r>
            <a:endParaRPr lang="en-US" sz="5000" b="0" i="1" u="none" strike="noStrike" dirty="0">
              <a:solidFill>
                <a:srgbClr val="C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C4CE5C-4DE1-D844-7F66-FF269BFA4899}"/>
              </a:ext>
            </a:extLst>
          </p:cNvPr>
          <p:cNvSpPr/>
          <p:nvPr/>
        </p:nvSpPr>
        <p:spPr>
          <a:xfrm>
            <a:off x="857160" y="333360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125512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16E4-D8E1-0772-F2D4-BF72F65E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CEFF071-BEA6-DE69-838C-197FAC315E42}"/>
              </a:ext>
            </a:extLst>
          </p:cNvPr>
          <p:cNvSpPr/>
          <p:nvPr/>
        </p:nvSpPr>
        <p:spPr>
          <a:xfrm>
            <a:off x="3092744" y="2114730"/>
            <a:ext cx="2958511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0" i="1" u="none" strike="noStrike" dirty="0">
                <a:solidFill>
                  <a:srgbClr val="000000"/>
                </a:solidFill>
                <a:effectLst/>
                <a:uFillTx/>
                <a:latin typeface="Calisto MT" panose="02040603050505030304" pitchFamily="18" charset="0"/>
              </a:rPr>
              <a:t>Questions</a:t>
            </a:r>
            <a:r>
              <a:rPr lang="en-US" sz="5000" i="1" dirty="0">
                <a:solidFill>
                  <a:srgbClr val="000000"/>
                </a:solidFill>
                <a:latin typeface="Calisto MT" panose="02040603050505030304" pitchFamily="18" charset="0"/>
              </a:rPr>
              <a:t> ?</a:t>
            </a:r>
            <a:endParaRPr lang="en-US" sz="5000" b="0" i="1" u="none" strike="noStrike" dirty="0">
              <a:solidFill>
                <a:srgbClr val="C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165988-6EE4-F255-7546-F8C5B3A9ED6E}"/>
              </a:ext>
            </a:extLst>
          </p:cNvPr>
          <p:cNvSpPr/>
          <p:nvPr/>
        </p:nvSpPr>
        <p:spPr>
          <a:xfrm>
            <a:off x="857160" y="3333600"/>
            <a:ext cx="323820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62500" lnSpcReduction="2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3119851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0C5B-FBD2-6A70-ADDB-5AD2F3A4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EDAEEE1-2CEF-C317-EB19-A5F00314FB9E}"/>
              </a:ext>
            </a:extLst>
          </p:cNvPr>
          <p:cNvSpPr/>
          <p:nvPr/>
        </p:nvSpPr>
        <p:spPr>
          <a:xfrm>
            <a:off x="3745091" y="2086852"/>
            <a:ext cx="1653817" cy="9697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80000"/>
              </a:lnSpc>
              <a:tabLst>
                <a:tab pos="0" algn="l"/>
              </a:tabLst>
            </a:pPr>
            <a:r>
              <a:rPr lang="en-US" sz="6000" i="1" u="none" strike="noStrike" dirty="0">
                <a:solidFill>
                  <a:srgbClr val="C00000"/>
                </a:solidFill>
                <a:effectLst/>
                <a:uFillTx/>
                <a:latin typeface="Calisto MT" panose="02040603050505030304" pitchFamily="18" charset="0"/>
              </a:rPr>
              <a:t>FIN.</a:t>
            </a:r>
            <a:endParaRPr lang="en-US" sz="6000" i="1" u="none" strike="noStrike" dirty="0">
              <a:solidFill>
                <a:srgbClr val="000000"/>
              </a:solidFill>
              <a:effectLst/>
              <a:uFillTx/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928313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Pitch Deck by Slidesgo">
  <a:themeElements>
    <a:clrScheme name="Simple Light">
      <a:dk1>
        <a:srgbClr val="000000"/>
      </a:dk1>
      <a:lt1>
        <a:srgbClr val="EFEE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FEEE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19</Words>
  <Application>Microsoft Office PowerPoint</Application>
  <PresentationFormat>On-screen Show (16:9)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Calisto MT</vt:lpstr>
      <vt:lpstr>OpenSymbol</vt:lpstr>
      <vt:lpstr>Roboto</vt:lpstr>
      <vt:lpstr>Symbol</vt:lpstr>
      <vt:lpstr>Wingdings</vt:lpstr>
      <vt:lpstr>Minimalist Pitch Deck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Dimitar Malamski</dc:creator>
  <cp:lastModifiedBy>Dimitar Malamski</cp:lastModifiedBy>
  <cp:revision>14</cp:revision>
  <dcterms:modified xsi:type="dcterms:W3CDTF">2026-06-26T10:03:47Z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2026-06-25T20:04:43Z</dcterms:created>
  <dc:creator>Unknown Creator</dc:creator>
  <dc:description/>
  <dc:language>en-US</dc:language>
  <cp:lastModifiedBy>Unknown Creator</cp:lastModifiedBy>
  <dcterms:modified xsi:type="dcterms:W3CDTF">2026-06-25T20:04:43Z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